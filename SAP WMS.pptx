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6" d="100"/>
          <a:sy n="96" d="100"/>
        </p:scale>
        <p:origin x="109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3964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502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4375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432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65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423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392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C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725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483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321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224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377D66F-221E-4344-A616-F7BEA3F34AD0}" type="datetimeFigureOut">
              <a:rPr lang="es-CL" smtClean="0"/>
              <a:t>07-11-2025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8B74B0E-BAED-4415-AA9A-27AB522995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975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L" sz="4800" dirty="0" smtClean="0">
                <a:latin typeface="Algerian" panose="04020705040A02060702" pitchFamily="82" charset="0"/>
              </a:rPr>
              <a:t>SAP WMS</a:t>
            </a:r>
            <a:br>
              <a:rPr lang="es-CL" sz="4800" dirty="0" smtClean="0">
                <a:latin typeface="Algerian" panose="04020705040A02060702" pitchFamily="82" charset="0"/>
              </a:rPr>
            </a:br>
            <a:r>
              <a:rPr lang="es-CL" sz="4800" dirty="0" smtClean="0">
                <a:latin typeface="Algerian" panose="04020705040A02060702" pitchFamily="82" charset="0"/>
              </a:rPr>
              <a:t> </a:t>
            </a:r>
            <a:r>
              <a:rPr lang="es-CL" sz="3200" dirty="0" smtClean="0">
                <a:latin typeface="Algerian" panose="04020705040A02060702" pitchFamily="82" charset="0"/>
              </a:rPr>
              <a:t>warehouse managment system</a:t>
            </a:r>
            <a:endParaRPr lang="es-CL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92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4900" dirty="0" smtClean="0">
                <a:latin typeface="Algerian" panose="04020705040A02060702" pitchFamily="82" charset="0"/>
              </a:rPr>
              <a:t>Que es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98269" y="2759824"/>
            <a:ext cx="10655531" cy="3773979"/>
          </a:xfrm>
        </p:spPr>
        <p:txBody>
          <a:bodyPr>
            <a:normAutofit lnSpcReduction="10000"/>
          </a:bodyPr>
          <a:lstStyle/>
          <a:p>
            <a:r>
              <a:rPr lang="es-CL" dirty="0" smtClean="0"/>
              <a:t>Es un modulo de SAP correspondiente al manejo y actualización de bodegas e inventarios asociados a estas así como sus movimientos y complejas cadenas logísticas</a:t>
            </a:r>
          </a:p>
          <a:p>
            <a:pPr marL="0" indent="0">
              <a:buNone/>
            </a:pPr>
            <a:r>
              <a:rPr lang="es-CL" dirty="0" smtClean="0"/>
              <a:t> </a:t>
            </a:r>
          </a:p>
          <a:p>
            <a:r>
              <a:rPr lang="es-CL" dirty="0" smtClean="0"/>
              <a:t>Beneficios</a:t>
            </a:r>
            <a:br>
              <a:rPr lang="es-CL" dirty="0" smtClean="0"/>
            </a:br>
            <a:r>
              <a:rPr lang="es-CL" dirty="0" smtClean="0"/>
              <a:t>-Claridad y visibilidad clara con respecto a inventarios</a:t>
            </a:r>
            <a:br>
              <a:rPr lang="es-CL" dirty="0" smtClean="0"/>
            </a:br>
            <a:r>
              <a:rPr lang="es-CL" dirty="0" smtClean="0"/>
              <a:t>-Seguimiento de producción así como calidad </a:t>
            </a:r>
            <a:br>
              <a:rPr lang="es-CL" dirty="0" smtClean="0"/>
            </a:br>
            <a:r>
              <a:rPr lang="es-CL" dirty="0" smtClean="0"/>
              <a:t>-Control directo de métodos de automatización de bodegas </a:t>
            </a:r>
            <a:br>
              <a:rPr lang="es-CL" dirty="0" smtClean="0"/>
            </a:br>
            <a:r>
              <a:rPr lang="es-CL" dirty="0" smtClean="0"/>
              <a:t>-</a:t>
            </a:r>
            <a:r>
              <a:rPr lang="es-CL" dirty="0"/>
              <a:t>I</a:t>
            </a:r>
            <a:r>
              <a:rPr lang="es-CL" dirty="0" smtClean="0"/>
              <a:t>ncorporación de reglas de guardado inteligentes </a:t>
            </a:r>
          </a:p>
          <a:p>
            <a:endParaRPr lang="es-CL" dirty="0" smtClean="0"/>
          </a:p>
          <a:p>
            <a:r>
              <a:rPr lang="es-CL" dirty="0" smtClean="0"/>
              <a:t>Desventajas</a:t>
            </a:r>
            <a:br>
              <a:rPr lang="es-CL" dirty="0" smtClean="0"/>
            </a:br>
            <a:r>
              <a:rPr lang="es-CL" dirty="0" smtClean="0"/>
              <a:t>-Alta complejidad de uso</a:t>
            </a:r>
            <a:br>
              <a:rPr lang="es-CL" dirty="0" smtClean="0"/>
            </a:br>
            <a:r>
              <a:rPr lang="es-CL" dirty="0" smtClean="0"/>
              <a:t>-Costo elevado en caso de procesos pequeños</a:t>
            </a:r>
          </a:p>
          <a:p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055" y="3650688"/>
            <a:ext cx="4024745" cy="199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5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4800" dirty="0" smtClean="0">
                <a:latin typeface="Algerian" panose="04020705040A02060702" pitchFamily="82" charset="0"/>
              </a:rPr>
              <a:t>Quienes lo utilizan</a:t>
            </a:r>
            <a:endParaRPr lang="es-CL" sz="4800" dirty="0">
              <a:latin typeface="Algerian" panose="04020705040A02060702" pitchFamily="82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Algunas de las compañías principales que se conoce que utilizan SAP managment, pueden ser:</a:t>
            </a:r>
            <a:br>
              <a:rPr lang="es-CL" dirty="0" smtClean="0"/>
            </a:br>
            <a:r>
              <a:rPr lang="es-CL" dirty="0" smtClean="0"/>
              <a:t>-ExxonMobil</a:t>
            </a:r>
            <a:br>
              <a:rPr lang="es-CL" dirty="0" smtClean="0"/>
            </a:br>
            <a:r>
              <a:rPr lang="es-CL" dirty="0" smtClean="0"/>
              <a:t>-Coca-Cola</a:t>
            </a:r>
            <a:br>
              <a:rPr lang="es-CL" dirty="0" smtClean="0"/>
            </a:br>
            <a:r>
              <a:rPr lang="es-CL" dirty="0" smtClean="0"/>
              <a:t>-Apple</a:t>
            </a:r>
          </a:p>
          <a:p>
            <a:r>
              <a:rPr lang="es-CL" dirty="0" smtClean="0"/>
              <a:t>Estas empresas son de un alcance global y </a:t>
            </a:r>
            <a:r>
              <a:rPr lang="es-CL" dirty="0" err="1" smtClean="0"/>
              <a:t>sap</a:t>
            </a:r>
            <a:r>
              <a:rPr lang="es-CL" dirty="0" smtClean="0"/>
              <a:t> warehouse les entrega las herramientas necesarias para poder manejar sus grandes requisitos logísticos a nivel global</a:t>
            </a:r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347" y="4994563"/>
            <a:ext cx="2895769" cy="1628869"/>
          </a:xfrm>
          <a:prstGeom prst="rect">
            <a:avLst/>
          </a:prstGeom>
        </p:spPr>
      </p:pic>
      <p:pic>
        <p:nvPicPr>
          <p:cNvPr id="1026" name="Picture 2" descr="ExxonMobil, una historia de injerencia e ilegalidad contra Venezuela -  Extra News Mu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135" y="4994563"/>
            <a:ext cx="2526004" cy="168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ple lanza el bombazo y anuncia la llegada de un 'nuevo miembro de la  familia'. E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253" y="4994563"/>
            <a:ext cx="2527990" cy="168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9035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16</TotalTime>
  <Words>141</Words>
  <Application>Microsoft Office PowerPoint</Application>
  <PresentationFormat>Panorámica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Algerian</vt:lpstr>
      <vt:lpstr>Arial</vt:lpstr>
      <vt:lpstr>Gill Sans MT</vt:lpstr>
      <vt:lpstr>Parcel</vt:lpstr>
      <vt:lpstr>SAP WMS  warehouse managment system</vt:lpstr>
      <vt:lpstr>Que es</vt:lpstr>
      <vt:lpstr>Quienes lo utilizan</vt:lpstr>
    </vt:vector>
  </TitlesOfParts>
  <Company>INACAP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WMS warehouse managment system</dc:title>
  <dc:creator>Laboratorio Computación N° 1</dc:creator>
  <cp:lastModifiedBy>Laboratorio Computación N° 1</cp:lastModifiedBy>
  <cp:revision>3</cp:revision>
  <dcterms:created xsi:type="dcterms:W3CDTF">2025-11-07T12:48:42Z</dcterms:created>
  <dcterms:modified xsi:type="dcterms:W3CDTF">2025-11-07T13:04:50Z</dcterms:modified>
</cp:coreProperties>
</file>